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D884CB-CD55-45B2-9BDA-752034125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A3698B-0387-416F-A91B-0191630ED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016584-51C7-4596-8AFD-26F9E2B43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115CE9-263B-4CA3-BF1E-DB2A6A54B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6C142-428D-4D02-BCD3-176469AB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463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C48AB-68A5-4374-B546-25D61E15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FA576A-D954-44FD-9B2B-4B202C977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DA4D2-E8F1-4438-BA2F-F5E45155B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BC08D6-1A01-45FE-B683-ECE58CF5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6BEF41-0DC2-4A53-8DAD-B08758AA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576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939A2D-6351-44DB-96B4-6A7D65068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D154CF-EA7C-4AF3-9137-5990C8C11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84091E-79AB-4257-828B-A96D3926C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60ADB4-327D-43FC-A01E-5D3927B3D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BE5E27-116E-4114-8B2E-27FB6B66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17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0C960-83FA-4E74-B4CF-0B2F7015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40D1D1-4FB3-4704-AF08-26DA04052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B528BE-E495-4B1E-82E3-031E7C9ED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A3AB9C-37BB-4777-9698-59791FB49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F15D93-E3F9-49FA-A65B-6CA62C5C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6B0C69-9086-4875-94DD-959F19573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66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AF298-2C97-4195-B54F-C38450D33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05E2CC-38AD-49EB-A5E6-A85BE51EE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726CEE-8C30-4BF7-9C36-47168B08C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8878B1-09BB-4344-9122-7E900DC25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B9BE480-CB63-4827-8CA3-B06EF1DB5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8078FF-7355-4108-9089-0EB8B6FD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023B93-5D57-4825-B05B-818B42EB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7C82617-A0DD-4031-A30C-37175DA16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41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C7528-1B8D-4694-A940-14689EDD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A33BEE-2BB5-4878-A353-44D03EF2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CE50CD-3D2B-4D2E-B6A5-E7303001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6F0879-E2A1-48BC-B06E-5AF3A927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10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3EC23C3-80B4-413E-8C9F-883B0C83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07CFCA-B26A-47F8-97AD-C0C6AA03B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5DFF8F-85B6-45AE-8284-512DE06C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627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1356A-3A5B-4352-AE18-48A98F244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F373FB-8894-4712-ACFD-8AB216A11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424342-4CA1-425A-8029-7892B4EA1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F8F262-330A-429B-BF99-C6BC0726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53BF5A-BFD8-43E4-9219-77C927770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F4E9ED-2372-44E6-A6AD-B4846D5AA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128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E031C-8FCB-4BF1-B340-84CADB74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3CDFC7-21EB-412D-9DFA-4F5656CC2D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25AA4B-E37D-4FB6-8C7B-B0007A758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A9133F-D8BF-436C-AE16-948316C0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6A2D76-B78E-4E91-88CB-FCF69B35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4E0BBD-02CB-42A2-9C84-A1672BB9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532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34127-F9D2-48BD-8745-DDD5856F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23994F-5EEB-4343-A809-247616E02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E69823-68BB-42C5-8900-7DCDEC7A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A3285B-14F5-4C46-A4DE-C4AB8D5E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A35FC5-E520-46AB-8095-4EDB414F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50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1D21412-C011-46FB-B661-AA11EA18D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98E175-E46D-44AC-BC86-66E3E0548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A15D3F-E389-47BF-B20C-DDC25DA6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A6CAEF-7D4A-4CCA-99EE-E24195D50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F5793A-2032-447C-AD4B-5E64554C0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18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2F60B-6050-4C7F-A5AF-16FBD71DE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EEC933-BD50-415B-8369-7EC34410E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F59ADE-2C05-4468-83AC-227B791ED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560EC-3501-43CD-B73E-642419EBB3D4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454201-57A5-47EB-B705-FEDE418BC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B8EFE3-1997-4259-8CF9-F4EE1228F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13E21-777D-4CCE-BDF8-6DFDB4D71D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162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09873-83E3-44A0-855A-A8ECBD059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ru-RU" sz="4000" dirty="0">
                <a:solidFill>
                  <a:srgbClr val="FFFFFF"/>
                </a:solidFill>
              </a:rPr>
              <a:t>Главное меню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13F869-3AB7-407F-BF92-9BA0C448A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 fontScale="85000" lnSpcReduction="20000"/>
          </a:bodyPr>
          <a:lstStyle/>
          <a:p>
            <a:pPr algn="l"/>
            <a:r>
              <a:rPr lang="ru-RU" sz="2000" dirty="0">
                <a:solidFill>
                  <a:srgbClr val="FFFFFF"/>
                </a:solidFill>
              </a:rPr>
              <a:t>Здесь можно узнать правило игры(кнопка «инструкции») и начать игру(кнопка «Начать все заново»)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D120FA-B3C2-4532-8FA7-1822AD3FF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4310"/>
            <a:ext cx="12191998" cy="52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40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02D90-FFF7-4EA8-ACE5-1B5F3F777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FFFFFF"/>
                </a:solidFill>
              </a:rPr>
              <a:t>Кнопка «инструкция».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9DDF0F-6762-481D-B054-957C73309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8665" cy="519703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4698E87-4D00-4D93-8345-0893ECD08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635198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153CE-BD47-4B02-93F6-7CB23B45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dirty="0">
                <a:solidFill>
                  <a:srgbClr val="FFFFFF"/>
                </a:solidFill>
              </a:rPr>
              <a:t>Начало оценивания(кнопка «Начать все заново»)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3960D1-0BC5-494E-8956-1D5BDA5BB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8" y="-2917"/>
            <a:ext cx="12271215" cy="5262627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EDC45BB0-EBB6-40D9-A44F-373E8CBA4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4066078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67A50-4F8F-435D-BB94-3D1032DA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FFFFFF"/>
                </a:solidFill>
              </a:rPr>
              <a:t>Вывод топ 8 </a:t>
            </a:r>
            <a:r>
              <a:rPr lang="ru-RU" sz="4000" dirty="0" err="1">
                <a:solidFill>
                  <a:srgbClr val="FFFFFF"/>
                </a:solidFill>
              </a:rPr>
              <a:t>альпак</a:t>
            </a:r>
            <a:r>
              <a:rPr lang="ru-RU" sz="4000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CC3F30-107A-4035-98C1-900E4725C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34" y="-2917"/>
            <a:ext cx="12192000" cy="5262627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61513E3-ABD0-42A3-A154-7DFFA762C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7416636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40</Words>
  <Application>Microsoft Office PowerPoint</Application>
  <PresentationFormat>Широкоэкранный</PresentationFormat>
  <Paragraphs>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Главное меню</vt:lpstr>
      <vt:lpstr>Кнопка «инструкция».</vt:lpstr>
      <vt:lpstr>Начало оценивания(кнопка «Начать все заново»)</vt:lpstr>
      <vt:lpstr>Вывод топ 8 альпак.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Главное меню</dc:title>
  <dc:creator>Рамис Гарипов</dc:creator>
  <cp:lastModifiedBy>Рамис Гарипов</cp:lastModifiedBy>
  <cp:revision>1</cp:revision>
  <dcterms:created xsi:type="dcterms:W3CDTF">2022-03-31T21:23:19Z</dcterms:created>
  <dcterms:modified xsi:type="dcterms:W3CDTF">2022-03-31T21:35:55Z</dcterms:modified>
</cp:coreProperties>
</file>